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0160">
            <a:solidFill>
              <a:srgbClr val="D8E5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0"/>
          </a:solidFill>
          <a:ln w="12700">
            <a:solidFill>
              <a:srgbClr val="1736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8E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MLG04 / M1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启动子调控模式发现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26771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FF5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第一阶段进度汇报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94944" y="27980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9C5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问题建模与基础流程验证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" y="3429000"/>
            <a:ext cx="2103120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94944" y="59893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9C5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课程项目：机器学习综合实践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84848" y="1005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C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DNA sequence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31536B"/>
          </a:solidFill>
          <a:ln w="12700">
            <a:solidFill>
              <a:srgbClr val="3153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04888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31536B"/>
          </a:solidFill>
          <a:ln w="12700">
            <a:solidFill>
              <a:srgbClr val="3153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4888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43216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31536B"/>
          </a:solidFill>
          <a:ln w="12700">
            <a:solidFill>
              <a:srgbClr val="315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3216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81544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31536B"/>
          </a:solidFill>
          <a:ln w="12700">
            <a:solidFill>
              <a:srgbClr val="3153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81544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19872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31536B"/>
          </a:solidFill>
          <a:ln w="12700">
            <a:solidFill>
              <a:srgbClr val="3153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458200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796528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96528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34856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473184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73184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811512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11512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149840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0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488168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31536B"/>
          </a:solidFill>
          <a:ln w="12700">
            <a:solidFill>
              <a:srgbClr val="3153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88168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826496" y="1993392"/>
            <a:ext cx="265176" cy="384048"/>
          </a:xfrm>
          <a:prstGeom prst="roundRect">
            <a:avLst>
              <a:gd name="adj" fmla="val 20690"/>
            </a:avLst>
          </a:prstGeom>
          <a:solidFill>
            <a:srgbClr val="31536B"/>
          </a:solidFill>
          <a:ln w="12700">
            <a:solidFill>
              <a:srgbClr val="3153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26496" y="2011680"/>
            <a:ext cx="265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876288" y="2697480"/>
            <a:ext cx="1828800" cy="0"/>
          </a:xfrm>
          <a:prstGeom prst="line">
            <a:avLst/>
          </a:prstGeom>
          <a:noFill/>
          <a:ln w="19050">
            <a:solidFill>
              <a:srgbClr val="6FAEA8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7516368" y="2816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D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motif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281160" y="2697480"/>
            <a:ext cx="1508760" cy="0"/>
          </a:xfrm>
          <a:prstGeom prst="line">
            <a:avLst/>
          </a:prstGeom>
          <a:noFill/>
          <a:ln w="19050">
            <a:solidFill>
              <a:srgbClr val="6FAEA8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7370064" y="3703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5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/ 间距 / 组合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29400" y="4800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9C5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从序列中找规律，再验证规律是否可靠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问题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项目要解决什么问题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目标：从启动子序列中发现调控模式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490472"/>
            <a:ext cx="2788920" cy="4370832"/>
          </a:xfrm>
          <a:prstGeom prst="roundRect">
            <a:avLst>
              <a:gd name="adj" fmla="val 5902"/>
            </a:avLst>
          </a:prstGeom>
          <a:solidFill>
            <a:srgbClr val="173650"/>
          </a:solidFill>
          <a:ln w="10160">
            <a:solidFill>
              <a:srgbClr val="17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1051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" y="24048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FF5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可以理解为基因前面的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DFF5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“开关区域”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59536" y="3447288"/>
            <a:ext cx="1143000" cy="0"/>
          </a:xfrm>
          <a:prstGeom prst="line">
            <a:avLst/>
          </a:prstGeom>
          <a:noFill/>
          <a:ln w="38100">
            <a:solidFill>
              <a:srgbClr val="2AA19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41248" y="3703320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9C5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我们关注序列中的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9C5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重复片段与排列规律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ED6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无监督模式发现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30752" y="1517904"/>
            <a:ext cx="3429000" cy="1243584"/>
          </a:xfrm>
          <a:prstGeom prst="roundRect">
            <a:avLst>
              <a:gd name="adj" fmla="val 11765"/>
            </a:avLst>
          </a:prstGeom>
          <a:solidFill>
            <a:srgbClr val="E1F3EE"/>
          </a:solidFill>
          <a:ln w="10160">
            <a:solidFill>
              <a:srgbClr val="D4E1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9352" y="17190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59352" y="20116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哪些短序列反复出现？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59352" y="24323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81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25512" y="1517904"/>
            <a:ext cx="3429000" cy="124358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4E1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54112" y="17190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54112" y="20116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它们出现在什么位置？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54112" y="24323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81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位置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30752" y="3090672"/>
            <a:ext cx="3429000" cy="124358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4E1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32918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59352" y="358444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是否存在固定间距或组合？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59352" y="40050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81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排列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25512" y="3090672"/>
            <a:ext cx="3429000" cy="124358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4E1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54112" y="32918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54112" y="358444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换组别后还能复现吗？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54112" y="40050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81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30752" y="4846320"/>
            <a:ext cx="7315200" cy="713232"/>
          </a:xfrm>
          <a:prstGeom prst="roundRect">
            <a:avLst>
              <a:gd name="adj" fmla="val 19231"/>
            </a:avLst>
          </a:prstGeom>
          <a:solidFill>
            <a:srgbClr val="FCEAD8"/>
          </a:solidFill>
          <a:ln w="10160">
            <a:solidFill>
              <a:srgbClr val="FCEA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50200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本项目不是：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38928" y="5020056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启动子分类  ·  强度预测  ·  序列生成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建模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第一阶段核心：把问题变成可计算问题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一个开放的生物学问题，被拆成三个可以统计和验证的问题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554480"/>
            <a:ext cx="10698480" cy="1078992"/>
          </a:xfrm>
          <a:prstGeom prst="roundRect">
            <a:avLst>
              <a:gd name="adj" fmla="val 15254"/>
            </a:avLst>
          </a:prstGeom>
          <a:solidFill>
            <a:srgbClr val="E1F3EE"/>
          </a:solidFill>
          <a:ln w="10160">
            <a:solidFill>
              <a:srgbClr val="E1F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74520" y="173736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发现的 motif 是否对应已知调控元件？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74520" y="21579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 -10 box、-35 box、UP element 等已知元件。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" y="2907792"/>
            <a:ext cx="10698480" cy="1078992"/>
          </a:xfrm>
          <a:prstGeom prst="roundRect">
            <a:avLst>
              <a:gd name="adj" fmla="val 15254"/>
            </a:avLst>
          </a:prstGeom>
          <a:solidFill>
            <a:srgbClr val="E8F2F8"/>
          </a:solidFill>
          <a:ln w="10160">
            <a:solidFill>
              <a:srgbClr val="E8F2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36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74520" y="309067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 σ 因子启动子是否有不同规律？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74520" y="351129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 motif 频率、位置、间距和组合。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4261104"/>
            <a:ext cx="10698480" cy="1078992"/>
          </a:xfrm>
          <a:prstGeom prst="roundRect">
            <a:avLst>
              <a:gd name="adj" fmla="val 15254"/>
            </a:avLst>
          </a:prstGeom>
          <a:solidFill>
            <a:srgbClr val="FCEAD8"/>
          </a:solidFill>
          <a:ln w="10160">
            <a:solidFill>
              <a:srgbClr val="FCEA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4897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6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74520" y="444398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规律能否跨物种、跨数据集复现？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4520" y="486460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区分稳定规律、物种特异规律、数据偏差和随机假象。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9808" y="5687568"/>
            <a:ext cx="10698480" cy="438912"/>
          </a:xfrm>
          <a:prstGeom prst="roundRect">
            <a:avLst>
              <a:gd name="adj" fmla="val 27083"/>
            </a:avLst>
          </a:prstGeom>
          <a:solidFill>
            <a:srgbClr val="173650"/>
          </a:solidFill>
          <a:ln w="10160">
            <a:solidFill>
              <a:srgbClr val="1736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769864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第一阶段最重要的工作：把“想研究什么”拆成后续程序能够计算、统计和验证的对象。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数据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数据如何被建模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先把每条启动子统一成标准记录，再进入 motif 分析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977640" cy="4498848"/>
          </a:xfrm>
          <a:prstGeom prst="roundRect">
            <a:avLst>
              <a:gd name="adj" fmla="val 3908"/>
            </a:avLst>
          </a:prstGeom>
          <a:solidFill>
            <a:srgbClr val="FFFFFF"/>
          </a:solidFill>
          <a:ln w="10160">
            <a:solidFill>
              <a:srgbClr val="D4E1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00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一条标准记录包含什么？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59536" y="2121408"/>
            <a:ext cx="960120" cy="283464"/>
          </a:xfrm>
          <a:prstGeom prst="roundRect">
            <a:avLst>
              <a:gd name="adj" fmla="val 48387"/>
            </a:avLst>
          </a:prstGeom>
          <a:solidFill>
            <a:srgbClr val="E1F3EE"/>
          </a:solidFill>
          <a:ln w="10160">
            <a:solidFill>
              <a:srgbClr val="E1F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1259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核心字段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" y="251460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4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`sequence_id`   `species`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44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`source_dataset`   `sequence`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9536" y="3364992"/>
            <a:ext cx="960120" cy="283464"/>
          </a:xfrm>
          <a:prstGeom prst="roundRect">
            <a:avLst>
              <a:gd name="adj" fmla="val 48387"/>
            </a:avLst>
          </a:prstGeom>
          <a:solidFill>
            <a:srgbClr val="E8F2F8"/>
          </a:solidFill>
          <a:ln w="10160">
            <a:solidFill>
              <a:srgbClr val="E8F2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336956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可选字段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59536" y="37490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44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`sigma_factor_type`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4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`evidence_level`   `promoter_strength`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9536" y="4736592"/>
            <a:ext cx="3246120" cy="0"/>
          </a:xfrm>
          <a:prstGeom prst="line">
            <a:avLst/>
          </a:prstGeom>
          <a:noFill/>
          <a:ln w="12700">
            <a:solidFill>
              <a:srgbClr val="D4E1E7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59536" y="4956048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处理规则：统一格式 · 过滤问题记录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 · discovery / validation 分组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生成随机背景作为对照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1417320"/>
            <a:ext cx="6812280" cy="4498848"/>
          </a:xfrm>
          <a:prstGeom prst="roundRect">
            <a:avLst>
              <a:gd name="adj" fmla="val 3455"/>
            </a:avLst>
          </a:prstGeom>
          <a:solidFill>
            <a:srgbClr val="FFFFFF"/>
          </a:solidFill>
          <a:ln w="10160">
            <a:solidFill>
              <a:srgbClr val="D4E1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673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真实运行截图：数据清洗与分组</a:t>
            </a:r>
            <a:endParaRPr lang="en-US" sz="1500" dirty="0"/>
          </a:p>
        </p:txBody>
      </p:sp>
      <p:pic>
        <p:nvPicPr>
          <p:cNvPr id="17" name="Image 0" descr="D:\大三上小学期\机器学习综合实践\ml-project\reports\M1证据_数据清洗与分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7488" y="1993392"/>
            <a:ext cx="6309360" cy="35478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74920" y="5632704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74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demo：8 条输入 → 6 条有效；1 条高 N，1 条重复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已建立的模型框架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从已知元件基线开始，逐步扩展到 de novo 发现和独立验证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627632"/>
            <a:ext cx="1874520" cy="2121408"/>
          </a:xfrm>
          <a:prstGeom prst="roundRect">
            <a:avLst>
              <a:gd name="adj" fmla="val 8780"/>
            </a:avLst>
          </a:prstGeom>
          <a:solidFill>
            <a:srgbClr val="E1F3EE"/>
          </a:solidFill>
          <a:ln w="10160">
            <a:solidFill>
              <a:srgbClr val="E1F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47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2257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已知元件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PWM 扫描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3236976"/>
            <a:ext cx="804672" cy="283464"/>
          </a:xfrm>
          <a:prstGeom prst="roundRect">
            <a:avLst>
              <a:gd name="adj" fmla="val 48387"/>
            </a:avLst>
          </a:prstGeom>
          <a:solidFill>
            <a:srgbClr val="2AA198"/>
          </a:solidFill>
          <a:ln w="10160">
            <a:solidFill>
              <a:srgbClr val="2AA1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415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33472" y="2596896"/>
            <a:ext cx="228600" cy="228600"/>
          </a:xfrm>
          <a:prstGeom prst="chevron">
            <a:avLst/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98648" y="1627632"/>
            <a:ext cx="1874520" cy="2121408"/>
          </a:xfrm>
          <a:prstGeom prst="roundRect">
            <a:avLst>
              <a:gd name="adj" fmla="val 8780"/>
            </a:avLst>
          </a:prstGeom>
          <a:solidFill>
            <a:srgbClr val="E8F2F8"/>
          </a:solidFill>
          <a:ln w="10160">
            <a:solidFill>
              <a:srgbClr val="E8F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1847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81528" y="232257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 novo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081528" y="3236976"/>
            <a:ext cx="804672" cy="283464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1528" y="32415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已设计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2596896"/>
            <a:ext cx="228600" cy="228600"/>
          </a:xfrm>
          <a:prstGeom prst="chevron">
            <a:avLst/>
          </a:prstGeom>
          <a:solidFill>
            <a:srgbClr val="D4E1E7"/>
          </a:solidFill>
          <a:ln w="12700">
            <a:solidFill>
              <a:srgbClr val="D4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11496" y="1627632"/>
            <a:ext cx="1874520" cy="2121408"/>
          </a:xfrm>
          <a:prstGeom prst="roundRect">
            <a:avLst>
              <a:gd name="adj" fmla="val 8780"/>
            </a:avLst>
          </a:prstGeom>
          <a:solidFill>
            <a:srgbClr val="E8F2F8"/>
          </a:solidFill>
          <a:ln w="10160">
            <a:solidFill>
              <a:srgbClr val="E8F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94376" y="1847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6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94376" y="232257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STREME /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DREME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294376" y="3236976"/>
            <a:ext cx="804672" cy="283464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94376" y="32415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已设计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59168" y="2596896"/>
            <a:ext cx="228600" cy="228600"/>
          </a:xfrm>
          <a:prstGeom prst="chevron">
            <a:avLst/>
          </a:prstGeom>
          <a:solidFill>
            <a:srgbClr val="D4E1E7"/>
          </a:solidFill>
          <a:ln w="12700">
            <a:solidFill>
              <a:srgbClr val="D4E1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24344" y="1627632"/>
            <a:ext cx="1874520" cy="2121408"/>
          </a:xfrm>
          <a:prstGeom prst="roundRect">
            <a:avLst>
              <a:gd name="adj" fmla="val 8780"/>
            </a:avLst>
          </a:prstGeom>
          <a:solidFill>
            <a:srgbClr val="FCEAD8"/>
          </a:solidFill>
          <a:ln w="10160">
            <a:solidFill>
              <a:srgbClr val="FCEA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1847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6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07224" y="232257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sigma 因子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分组发现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507224" y="3236976"/>
            <a:ext cx="804672" cy="283464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07224" y="32415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6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已设计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272016" y="2596896"/>
            <a:ext cx="228600" cy="228600"/>
          </a:xfrm>
          <a:prstGeom prst="chevron">
            <a:avLst/>
          </a:prstGeom>
          <a:solidFill>
            <a:srgbClr val="D4E1E7"/>
          </a:solidFill>
          <a:ln w="12700">
            <a:solidFill>
              <a:srgbClr val="D4E1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37192" y="1627632"/>
            <a:ext cx="1874520" cy="2121408"/>
          </a:xfrm>
          <a:prstGeom prst="roundRect">
            <a:avLst>
              <a:gd name="adj" fmla="val 8780"/>
            </a:avLst>
          </a:prstGeom>
          <a:solidFill>
            <a:srgbClr val="FCEAD8"/>
          </a:solidFill>
          <a:ln w="10160">
            <a:solidFill>
              <a:srgbClr val="FCEA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0072" y="1847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6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20072" y="232257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跨物种 /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跨数据源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720072" y="3236976"/>
            <a:ext cx="804672" cy="283464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0072" y="32415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6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已设计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5800" y="4251960"/>
            <a:ext cx="10771632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0160">
            <a:solidFill>
              <a:srgbClr val="D4E1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45171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已知元件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121408" y="448970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4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`TTGACA`  =  -35 box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07408" y="448970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4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`TATAAT`  =  -10 box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39712" y="4416552"/>
            <a:ext cx="0" cy="566928"/>
          </a:xfrm>
          <a:prstGeom prst="line">
            <a:avLst/>
          </a:prstGeom>
          <a:noFill/>
          <a:ln w="12700">
            <a:solidFill>
              <a:srgbClr val="D4E1E7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7114032" y="44897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N0 随机背景：已实现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144000" y="44897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N1 二核苷酸背景：待实现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" y="5532120"/>
            <a:ext cx="10771632" cy="512064"/>
          </a:xfrm>
          <a:prstGeom prst="roundRect">
            <a:avLst>
              <a:gd name="adj" fmla="val 21429"/>
            </a:avLst>
          </a:prstGeom>
          <a:solidFill>
            <a:srgbClr val="173650"/>
          </a:solidFill>
          <a:ln w="10160">
            <a:solidFill>
              <a:srgbClr val="1736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" y="5660136"/>
            <a:ext cx="10259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当前主线：B0 基线 → MEME / STREME 发现 → 位置与显著性 → 分组和跨数据集验证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结果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跑通结果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条 demo 数据跑通了完整基础流程；结果用于验证代码链路，不是正式生物学结论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127248" cy="4553712"/>
          </a:xfrm>
          <a:prstGeom prst="roundRect">
            <a:avLst>
              <a:gd name="adj" fmla="val 4971"/>
            </a:avLst>
          </a:prstGeom>
          <a:solidFill>
            <a:srgbClr val="FFFFFF"/>
          </a:solidFill>
          <a:ln w="10160">
            <a:solidFill>
              <a:srgbClr val="D4E1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007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清洗结果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59536" y="2148840"/>
            <a:ext cx="2542032" cy="868680"/>
          </a:xfrm>
          <a:prstGeom prst="roundRect">
            <a:avLst>
              <a:gd name="adj" fmla="val 14737"/>
            </a:avLst>
          </a:prstGeom>
          <a:solidFill>
            <a:srgbClr val="E1F3EE"/>
          </a:solidFill>
          <a:ln w="10160">
            <a:solidFill>
              <a:srgbClr val="E1F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402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76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→ 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2679192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输入记录 → 有效记录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59536" y="3182112"/>
            <a:ext cx="2542032" cy="868680"/>
          </a:xfrm>
          <a:prstGeom prst="roundRect">
            <a:avLst>
              <a:gd name="adj" fmla="val 14737"/>
            </a:avLst>
          </a:prstGeom>
          <a:solidFill>
            <a:srgbClr val="FCEAD8"/>
          </a:solidFill>
          <a:ln w="10160">
            <a:solidFill>
              <a:srgbClr val="FCEA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27355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6E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+ 1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371246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 N 含量 + 重复序列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9536" y="4215384"/>
            <a:ext cx="2542032" cy="868680"/>
          </a:xfrm>
          <a:prstGeom prst="roundRect">
            <a:avLst>
              <a:gd name="adj" fmla="val 14737"/>
            </a:avLst>
          </a:prstGeom>
          <a:solidFill>
            <a:srgbClr val="E8F2F8"/>
          </a:solidFill>
          <a:ln w="10160">
            <a:solidFill>
              <a:srgbClr val="E8F2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0682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6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 / 12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4745736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-10 box / -35 box 命中次数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9536" y="541324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7/7 自动化测试通过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77640" y="1417320"/>
            <a:ext cx="7635240" cy="4553712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 w="10160">
            <a:solidFill>
              <a:srgbClr val="D4E1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248" y="1673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真实运行截图：B0 已知元件扫描</a:t>
            </a:r>
            <a:endParaRPr lang="en-US" sz="1500" dirty="0"/>
          </a:p>
        </p:txBody>
      </p:sp>
      <p:pic>
        <p:nvPicPr>
          <p:cNvPr id="19" name="Image 0" descr="D:\大三上小学期\机器学习综合实践\ml-project\reports\M1证据_B0已知元件扫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1993392"/>
            <a:ext cx="7132320" cy="401421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279392" y="6108192"/>
            <a:ext cx="6629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C74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说明：截图中的 p_value_proxy 只是排序代理，不是正式 FIMO 显著性。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16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结论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当前结论与下一阶段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81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第一阶段完成：问题建模 + 基础流程验证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92040" cy="4553712"/>
          </a:xfrm>
          <a:prstGeom prst="roundRect">
            <a:avLst>
              <a:gd name="adj" fmla="val 3414"/>
            </a:avLst>
          </a:prstGeom>
          <a:solidFill>
            <a:srgbClr val="E1F3EE"/>
          </a:solidFill>
          <a:ln w="10160">
            <a:solidFill>
              <a:srgbClr val="E1F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09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76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已经完成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96112" y="2391156"/>
            <a:ext cx="82296" cy="82296"/>
          </a:xfrm>
          <a:prstGeom prst="ellipse">
            <a:avLst/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2128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研究问题定义（RQ1–RQ3）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" y="2830068"/>
            <a:ext cx="82296" cy="82296"/>
          </a:xfrm>
          <a:prstGeom prst="ellipse">
            <a:avLst/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6517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数据结构、清洗规则与分组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" y="3268980"/>
            <a:ext cx="82296" cy="82296"/>
          </a:xfrm>
          <a:prstGeom prst="ellipse">
            <a:avLst/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0906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 已知元件 PWM 基线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" y="3707892"/>
            <a:ext cx="82296" cy="82296"/>
          </a:xfrm>
          <a:prstGeom prst="ellipse">
            <a:avLst/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52958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随机背景对照与 EDA 框架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4146804"/>
            <a:ext cx="82296" cy="82296"/>
          </a:xfrm>
          <a:prstGeom prst="ellipse">
            <a:avLst/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9684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输入哈希、环境和结果记录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" y="4585716"/>
            <a:ext cx="82296" cy="82296"/>
          </a:xfrm>
          <a:prstGeom prst="ellipse">
            <a:avLst/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40740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小样本 demo 验证，测试 7/7 通过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0" y="1417320"/>
            <a:ext cx="5897880" cy="2057400"/>
          </a:xfrm>
          <a:prstGeom prst="roundRect">
            <a:avLst>
              <a:gd name="adj" fmla="val 7556"/>
            </a:avLst>
          </a:prstGeom>
          <a:solidFill>
            <a:srgbClr val="FCEAD8"/>
          </a:solidFill>
          <a:ln w="10160">
            <a:solidFill>
              <a:srgbClr val="FCEA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1709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6E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下一阶段：进入真实数据实验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16752" y="2359152"/>
            <a:ext cx="8961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44184" y="24871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数据审计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31152" y="2514600"/>
            <a:ext cx="109728" cy="228600"/>
          </a:xfrm>
          <a:prstGeom prst="chevron">
            <a:avLst/>
          </a:prstGeom>
          <a:solidFill>
            <a:srgbClr val="C96E27"/>
          </a:solidFill>
          <a:ln w="12700">
            <a:solidFill>
              <a:srgbClr val="C96E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59168" y="2359152"/>
            <a:ext cx="8961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24871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确定窗口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73568" y="2514600"/>
            <a:ext cx="109728" cy="228600"/>
          </a:xfrm>
          <a:prstGeom prst="chevron">
            <a:avLst/>
          </a:prstGeom>
          <a:solidFill>
            <a:srgbClr val="C96E27"/>
          </a:solidFill>
          <a:ln w="12700">
            <a:solidFill>
              <a:srgbClr val="C96E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1584" y="2359152"/>
            <a:ext cx="8961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29016" y="24871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MEME Suite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15984" y="2514600"/>
            <a:ext cx="109728" cy="228600"/>
          </a:xfrm>
          <a:prstGeom prst="chevron">
            <a:avLst/>
          </a:prstGeom>
          <a:solidFill>
            <a:srgbClr val="C96E27"/>
          </a:solidFill>
          <a:ln w="12700">
            <a:solidFill>
              <a:srgbClr val="C96E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0" y="2359152"/>
            <a:ext cx="8961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71432" y="24871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MEME / FIMO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058400" y="2514600"/>
            <a:ext cx="109728" cy="228600"/>
          </a:xfrm>
          <a:prstGeom prst="chevron">
            <a:avLst/>
          </a:prstGeom>
          <a:solidFill>
            <a:srgbClr val="C96E27"/>
          </a:solidFill>
          <a:ln w="12700">
            <a:solidFill>
              <a:srgbClr val="C96E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86416" y="2359152"/>
            <a:ext cx="89611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13848" y="24871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比较与验证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16752" y="3054096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4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当前正式 motif 工具尚未安装，不能宣称真实实验已经完成。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715000" y="3749040"/>
            <a:ext cx="5897880" cy="2221992"/>
          </a:xfrm>
          <a:prstGeom prst="roundRect">
            <a:avLst>
              <a:gd name="adj" fmla="val 6996"/>
            </a:avLst>
          </a:prstGeom>
          <a:solidFill>
            <a:srgbClr val="FFFFFF"/>
          </a:solidFill>
          <a:ln w="10160">
            <a:solidFill>
              <a:srgbClr val="D4E1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39684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环境检查：Python 管线可运行，MEME Suite 待补齐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016752" y="4462272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3.13.5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 20260911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445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个主线工具当前未检测到</a:t>
            </a:r>
            <a:endParaRPr lang="en-US" sz="1150" dirty="0"/>
          </a:p>
        </p:txBody>
      </p:sp>
      <p:pic>
        <p:nvPicPr>
          <p:cNvPr id="39" name="Image 0" descr="D:\大三上小学期\机器学习综合实践\ml-project\reports\M1证据_可复现环境检查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08" y="4261104"/>
            <a:ext cx="3218688" cy="1810512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77824" y="60533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阶段结论：完成的是“如何研究这个问题”的建模工作；下一阶段才回答真实数据中的 motif 问题。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MLG04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启动子调控模式发现｜第一阶段进度汇报</dc:title>
  <dc:subject>启动子调控模式发现：第一阶段问题建模与基础流程验证</dc:subject>
  <dc:creator>MLG04 project team</dc:creator>
  <cp:lastModifiedBy>MLG04 project team</cp:lastModifiedBy>
  <cp:revision>1</cp:revision>
  <dcterms:created xsi:type="dcterms:W3CDTF">2026-09-11T16:44:16Z</dcterms:created>
  <dcterms:modified xsi:type="dcterms:W3CDTF">2026-09-11T16:44:16Z</dcterms:modified>
</cp:coreProperties>
</file>